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6" r:id="rId3"/>
    <p:sldId id="273" r:id="rId4"/>
    <p:sldId id="274" r:id="rId5"/>
    <p:sldId id="275" r:id="rId6"/>
    <p:sldId id="276" r:id="rId7"/>
    <p:sldId id="277" r:id="rId8"/>
    <p:sldId id="266" r:id="rId9"/>
  </p:sldIdLst>
  <p:sldSz cx="19007138" cy="10691813"/>
  <p:notesSz cx="6188075" cy="93202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5987" userDrawn="1">
          <p15:clr>
            <a:srgbClr val="A4A3A4"/>
          </p15:clr>
        </p15:guide>
        <p15:guide id="3" pos="62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6">
          <p15:clr>
            <a:srgbClr val="A4A3A4"/>
          </p15:clr>
        </p15:guide>
        <p15:guide id="2" pos="194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5" autoAdjust="0"/>
    <p:restoredTop sz="94660" autoAdjust="0"/>
  </p:normalViewPr>
  <p:slideViewPr>
    <p:cSldViewPr snapToGrid="0" showGuides="1">
      <p:cViewPr varScale="1">
        <p:scale>
          <a:sx n="56" d="100"/>
          <a:sy n="56" d="100"/>
        </p:scale>
        <p:origin x="523" y="48"/>
      </p:cViewPr>
      <p:guideLst>
        <p:guide orient="horz" pos="3368"/>
        <p:guide pos="5987"/>
        <p:guide pos="62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918"/>
    </p:cViewPr>
  </p:sorterViewPr>
  <p:notesViewPr>
    <p:cSldViewPr snapToGrid="0">
      <p:cViewPr varScale="1">
        <p:scale>
          <a:sx n="49" d="100"/>
          <a:sy n="49" d="100"/>
        </p:scale>
        <p:origin x="-2544" y="-52"/>
      </p:cViewPr>
      <p:guideLst>
        <p:guide orient="horz" pos="2936"/>
        <p:guide pos="194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681499" cy="466011"/>
          </a:xfrm>
          <a:prstGeom prst="rect">
            <a:avLst/>
          </a:prstGeom>
        </p:spPr>
        <p:txBody>
          <a:bodyPr vert="horz" lIns="84637" tIns="42318" rIns="84637" bIns="42318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505145" y="0"/>
            <a:ext cx="2681499" cy="466011"/>
          </a:xfrm>
          <a:prstGeom prst="rect">
            <a:avLst/>
          </a:prstGeom>
        </p:spPr>
        <p:txBody>
          <a:bodyPr vert="horz" lIns="84637" tIns="42318" rIns="84637" bIns="42318" rtlCol="0"/>
          <a:lstStyle>
            <a:lvl1pPr algn="r">
              <a:defRPr sz="1100"/>
            </a:lvl1pPr>
          </a:lstStyle>
          <a:p>
            <a:fld id="{0DEBBC19-4163-4FCA-91E6-1D9457F4D986}" type="datetimeFigureOut">
              <a:rPr lang="fr-FR" smtClean="0"/>
              <a:t>23/11/2022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8852585"/>
            <a:ext cx="2681499" cy="466011"/>
          </a:xfrm>
          <a:prstGeom prst="rect">
            <a:avLst/>
          </a:prstGeom>
        </p:spPr>
        <p:txBody>
          <a:bodyPr vert="horz" lIns="84637" tIns="42318" rIns="84637" bIns="42318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505145" y="8852585"/>
            <a:ext cx="2681499" cy="466011"/>
          </a:xfrm>
          <a:prstGeom prst="rect">
            <a:avLst/>
          </a:prstGeom>
        </p:spPr>
        <p:txBody>
          <a:bodyPr vert="horz" lIns="84637" tIns="42318" rIns="84637" bIns="42318" rtlCol="0" anchor="b"/>
          <a:lstStyle>
            <a:lvl1pPr algn="r">
              <a:defRPr sz="1100"/>
            </a:lvl1pPr>
          </a:lstStyle>
          <a:p>
            <a:fld id="{35DBF9AA-AF75-4780-94B8-ED2982A920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870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681499" cy="467629"/>
          </a:xfrm>
          <a:prstGeom prst="rect">
            <a:avLst/>
          </a:prstGeom>
        </p:spPr>
        <p:txBody>
          <a:bodyPr vert="horz" lIns="84637" tIns="42318" rIns="84637" bIns="42318" rtlCol="0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505145" y="0"/>
            <a:ext cx="2681499" cy="467629"/>
          </a:xfrm>
          <a:prstGeom prst="rect">
            <a:avLst/>
          </a:prstGeom>
        </p:spPr>
        <p:txBody>
          <a:bodyPr vert="horz" lIns="84637" tIns="42318" rIns="84637" bIns="42318" rtlCol="0"/>
          <a:lstStyle>
            <a:lvl1pPr algn="r">
              <a:defRPr sz="1100"/>
            </a:lvl1pPr>
          </a:lstStyle>
          <a:p>
            <a:fld id="{6076706F-B129-472F-9979-3F1EC6E9E899}" type="datetimeFigureOut">
              <a:rPr lang="fr-FR" smtClean="0"/>
              <a:t>23/11/2022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98450" y="1165225"/>
            <a:ext cx="5591175" cy="3146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637" tIns="42318" rIns="84637" bIns="42318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18808" y="4485353"/>
            <a:ext cx="4950460" cy="3669833"/>
          </a:xfrm>
          <a:prstGeom prst="rect">
            <a:avLst/>
          </a:prstGeom>
        </p:spPr>
        <p:txBody>
          <a:bodyPr vert="horz" lIns="84637" tIns="42318" rIns="84637" bIns="42318" rtlCol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8852585"/>
            <a:ext cx="2681499" cy="467628"/>
          </a:xfrm>
          <a:prstGeom prst="rect">
            <a:avLst/>
          </a:prstGeom>
        </p:spPr>
        <p:txBody>
          <a:bodyPr vert="horz" lIns="84637" tIns="42318" rIns="84637" bIns="42318" rtlCol="0" anchor="b"/>
          <a:lstStyle>
            <a:lvl1pPr algn="l">
              <a:defRPr sz="11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505145" y="8852585"/>
            <a:ext cx="2681499" cy="467628"/>
          </a:xfrm>
          <a:prstGeom prst="rect">
            <a:avLst/>
          </a:prstGeom>
        </p:spPr>
        <p:txBody>
          <a:bodyPr vert="horz" lIns="84637" tIns="42318" rIns="84637" bIns="42318" rtlCol="0" anchor="b"/>
          <a:lstStyle>
            <a:lvl1pPr algn="r">
              <a:defRPr sz="1100"/>
            </a:lvl1pPr>
          </a:lstStyle>
          <a:p>
            <a:fld id="{AE6358B9-9E73-4E1F-A238-21958336F20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147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98450" y="1165225"/>
            <a:ext cx="5591175" cy="3146425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358B9-9E73-4E1F-A238-21958336F20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536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98450" y="1165225"/>
            <a:ext cx="5591175" cy="3146425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358B9-9E73-4E1F-A238-21958336F20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872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98450" y="1165225"/>
            <a:ext cx="5591175" cy="3146425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358B9-9E73-4E1F-A238-21958336F20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8584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98450" y="1165225"/>
            <a:ext cx="5591175" cy="3146425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358B9-9E73-4E1F-A238-21958336F20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53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DCCA10-C1E7-1349-ADE2-94F5BF93987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20953" y="2957567"/>
            <a:ext cx="17108433" cy="3545586"/>
          </a:xfrm>
        </p:spPr>
        <p:txBody>
          <a:bodyPr/>
          <a:lstStyle>
            <a:lvl1pPr marL="0" indent="0">
              <a:buNone/>
              <a:defRPr sz="12800" baseline="0"/>
            </a:lvl1pPr>
          </a:lstStyle>
          <a:p>
            <a:pPr lvl="0"/>
            <a:r>
              <a:rPr lang="fr-FR" dirty="0"/>
              <a:t>Modifiez le style du titre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41801F7-9E23-F24F-BDFD-E934380AEECA}"/>
              </a:ext>
            </a:extLst>
          </p:cNvPr>
          <p:cNvCxnSpPr>
            <a:cxnSpLocks/>
          </p:cNvCxnSpPr>
          <p:nvPr userDrawn="1"/>
        </p:nvCxnSpPr>
        <p:spPr>
          <a:xfrm flipV="1">
            <a:off x="777744" y="2957568"/>
            <a:ext cx="0" cy="3545585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376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FC05331-51B7-E841-941E-20939725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89021"/>
            <a:ext cx="17871429" cy="692497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FF247E9-2628-FB49-8D38-04EEE1778EEA}"/>
              </a:ext>
            </a:extLst>
          </p:cNvPr>
          <p:cNvCxnSpPr>
            <a:cxnSpLocks/>
          </p:cNvCxnSpPr>
          <p:nvPr userDrawn="1"/>
        </p:nvCxnSpPr>
        <p:spPr>
          <a:xfrm flipV="1">
            <a:off x="443624" y="341369"/>
            <a:ext cx="0" cy="1387803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E47CE45-EE79-724E-B209-D0800FD20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26" y="3063600"/>
            <a:ext cx="17570804" cy="997196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400"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C163E-FD55-2E42-AF32-D904740A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8956863"/>
            <a:ext cx="48113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11764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re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0EE7301C-5FE6-AD40-A608-F29D80F754C2}"/>
              </a:ext>
            </a:extLst>
          </p:cNvPr>
          <p:cNvCxnSpPr/>
          <p:nvPr userDrawn="1"/>
        </p:nvCxnSpPr>
        <p:spPr bwMode="black">
          <a:xfrm flipV="1">
            <a:off x="777600" y="2588400"/>
            <a:ext cx="0" cy="3976632"/>
          </a:xfrm>
          <a:prstGeom prst="line">
            <a:avLst/>
          </a:prstGeom>
          <a:ln w="254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ate Placeholder 3">
            <a:extLst>
              <a:ext uri="{FF2B5EF4-FFF2-40B4-BE49-F238E27FC236}">
                <a16:creationId xmlns:a16="http://schemas.microsoft.com/office/drawing/2014/main" id="{CF633015-2A48-8644-9F2D-99018729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1148400" y="1681200"/>
            <a:ext cx="448513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FE453B88-44F0-3549-9748-30DBE065595E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black">
          <a:xfrm>
            <a:off x="1148400" y="2624400"/>
            <a:ext cx="17240031" cy="3127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0" baseline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fr-FR" dirty="0"/>
              <a:t>Modifiez le style du titre</a:t>
            </a:r>
          </a:p>
        </p:txBody>
      </p:sp>
      <p:sp>
        <p:nvSpPr>
          <p:cNvPr id="87" name="Subtitle 2">
            <a:extLst>
              <a:ext uri="{FF2B5EF4-FFF2-40B4-BE49-F238E27FC236}">
                <a16:creationId xmlns:a16="http://schemas.microsoft.com/office/drawing/2014/main" id="{98E78834-E5EA-E24F-91DF-C4019C163B3B}"/>
              </a:ext>
            </a:extLst>
          </p:cNvPr>
          <p:cNvSpPr>
            <a:spLocks noGrp="1"/>
          </p:cNvSpPr>
          <p:nvPr>
            <p:ph type="subTitle" idx="12"/>
          </p:nvPr>
        </p:nvSpPr>
        <p:spPr bwMode="black">
          <a:xfrm>
            <a:off x="1087200" y="6026400"/>
            <a:ext cx="17236863" cy="830997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60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950343" indent="0" algn="ctr">
              <a:buNone/>
              <a:defRPr sz="4157"/>
            </a:lvl2pPr>
            <a:lvl3pPr marL="1900686" indent="0" algn="ctr">
              <a:buNone/>
              <a:defRPr sz="3741"/>
            </a:lvl3pPr>
            <a:lvl4pPr marL="2851027" indent="0" algn="ctr">
              <a:buNone/>
              <a:defRPr sz="3325"/>
            </a:lvl4pPr>
            <a:lvl5pPr marL="3801370" indent="0" algn="ctr">
              <a:buNone/>
              <a:defRPr sz="3325"/>
            </a:lvl5pPr>
            <a:lvl6pPr marL="4751713" indent="0" algn="ctr">
              <a:buNone/>
              <a:defRPr sz="3325"/>
            </a:lvl6pPr>
            <a:lvl7pPr marL="5702056" indent="0" algn="ctr">
              <a:buNone/>
              <a:defRPr sz="3325"/>
            </a:lvl7pPr>
            <a:lvl8pPr marL="6652399" indent="0" algn="ctr">
              <a:buNone/>
              <a:defRPr sz="3325"/>
            </a:lvl8pPr>
            <a:lvl9pPr marL="7602741" indent="0" algn="ctr">
              <a:buNone/>
              <a:defRPr sz="3325"/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E0B7944F-95B3-1F40-ACCE-51A79BD88932}"/>
              </a:ext>
            </a:extLst>
          </p:cNvPr>
          <p:cNvCxnSpPr/>
          <p:nvPr userDrawn="1"/>
        </p:nvCxnSpPr>
        <p:spPr bwMode="black">
          <a:xfrm>
            <a:off x="581027" y="9417600"/>
            <a:ext cx="17808574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0398CF4C-9FE6-514E-A6DC-F294C8C432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7" y="9788225"/>
            <a:ext cx="36432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1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rnièr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spect="1"/>
          </p:cNvSpPr>
          <p:nvPr userDrawn="1"/>
        </p:nvSpPr>
        <p:spPr bwMode="white">
          <a:xfrm>
            <a:off x="0" y="0"/>
            <a:ext cx="19007138" cy="1069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>
              <a:ln>
                <a:noFill/>
              </a:ln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9D25C83-F89B-4041-815E-F507E825D853}"/>
              </a:ext>
            </a:extLst>
          </p:cNvPr>
          <p:cNvGrpSpPr/>
          <p:nvPr userDrawn="1"/>
        </p:nvGrpSpPr>
        <p:grpSpPr bwMode="black">
          <a:xfrm>
            <a:off x="6457468" y="1539439"/>
            <a:ext cx="6092203" cy="7613123"/>
            <a:chOff x="5624516" y="-1210470"/>
            <a:chExt cx="463100" cy="578713"/>
          </a:xfrm>
          <a:solidFill>
            <a:schemeClr val="bg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4B6E6EEA-E72E-E54F-951F-0030037B9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5624516" y="-883229"/>
              <a:ext cx="463100" cy="251472"/>
            </a:xfrm>
            <a:custGeom>
              <a:avLst/>
              <a:gdLst>
                <a:gd name="T0" fmla="*/ 355 w 472"/>
                <a:gd name="T1" fmla="*/ 19 h 256"/>
                <a:gd name="T2" fmla="*/ 355 w 472"/>
                <a:gd name="T3" fmla="*/ 0 h 256"/>
                <a:gd name="T4" fmla="*/ 472 w 472"/>
                <a:gd name="T5" fmla="*/ 0 h 256"/>
                <a:gd name="T6" fmla="*/ 472 w 472"/>
                <a:gd name="T7" fmla="*/ 19 h 256"/>
                <a:gd name="T8" fmla="*/ 236 w 472"/>
                <a:gd name="T9" fmla="*/ 256 h 256"/>
                <a:gd name="T10" fmla="*/ 0 w 472"/>
                <a:gd name="T11" fmla="*/ 19 h 256"/>
                <a:gd name="T12" fmla="*/ 0 w 472"/>
                <a:gd name="T13" fmla="*/ 0 h 256"/>
                <a:gd name="T14" fmla="*/ 117 w 472"/>
                <a:gd name="T15" fmla="*/ 0 h 256"/>
                <a:gd name="T16" fmla="*/ 117 w 472"/>
                <a:gd name="T17" fmla="*/ 19 h 256"/>
                <a:gd name="T18" fmla="*/ 236 w 472"/>
                <a:gd name="T19" fmla="*/ 144 h 256"/>
                <a:gd name="T20" fmla="*/ 355 w 472"/>
                <a:gd name="T21" fmla="*/ 1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2" h="256">
                  <a:moveTo>
                    <a:pt x="355" y="19"/>
                  </a:moveTo>
                  <a:cubicBezTo>
                    <a:pt x="355" y="0"/>
                    <a:pt x="355" y="0"/>
                    <a:pt x="355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472" y="19"/>
                    <a:pt x="472" y="19"/>
                    <a:pt x="472" y="19"/>
                  </a:cubicBezTo>
                  <a:cubicBezTo>
                    <a:pt x="472" y="152"/>
                    <a:pt x="369" y="256"/>
                    <a:pt x="236" y="256"/>
                  </a:cubicBezTo>
                  <a:cubicBezTo>
                    <a:pt x="103" y="256"/>
                    <a:pt x="0" y="152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7" y="91"/>
                    <a:pt x="167" y="144"/>
                    <a:pt x="236" y="144"/>
                  </a:cubicBezTo>
                  <a:cubicBezTo>
                    <a:pt x="305" y="144"/>
                    <a:pt x="355" y="91"/>
                    <a:pt x="355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E5758266-F74E-4745-93BD-906C24FBB0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5778665" y="-1210470"/>
              <a:ext cx="308951" cy="235143"/>
            </a:xfrm>
            <a:custGeom>
              <a:avLst/>
              <a:gdLst>
                <a:gd name="T0" fmla="*/ 473 w 473"/>
                <a:gd name="T1" fmla="*/ 360 h 360"/>
                <a:gd name="T2" fmla="*/ 473 w 473"/>
                <a:gd name="T3" fmla="*/ 0 h 360"/>
                <a:gd name="T4" fmla="*/ 308 w 473"/>
                <a:gd name="T5" fmla="*/ 0 h 360"/>
                <a:gd name="T6" fmla="*/ 308 w 473"/>
                <a:gd name="T7" fmla="*/ 244 h 360"/>
                <a:gd name="T8" fmla="*/ 184 w 473"/>
                <a:gd name="T9" fmla="*/ 0 h 360"/>
                <a:gd name="T10" fmla="*/ 0 w 473"/>
                <a:gd name="T11" fmla="*/ 0 h 360"/>
                <a:gd name="T12" fmla="*/ 186 w 473"/>
                <a:gd name="T13" fmla="*/ 360 h 360"/>
                <a:gd name="T14" fmla="*/ 473 w 473"/>
                <a:gd name="T15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3" h="360">
                  <a:moveTo>
                    <a:pt x="473" y="360"/>
                  </a:moveTo>
                  <a:lnTo>
                    <a:pt x="473" y="0"/>
                  </a:lnTo>
                  <a:lnTo>
                    <a:pt x="308" y="0"/>
                  </a:lnTo>
                  <a:lnTo>
                    <a:pt x="308" y="244"/>
                  </a:lnTo>
                  <a:lnTo>
                    <a:pt x="184" y="0"/>
                  </a:lnTo>
                  <a:lnTo>
                    <a:pt x="0" y="0"/>
                  </a:lnTo>
                  <a:lnTo>
                    <a:pt x="186" y="360"/>
                  </a:lnTo>
                  <a:lnTo>
                    <a:pt x="473" y="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AC92FF53-3461-D343-A108-120BB1E05ED3}"/>
                </a:ext>
              </a:extLst>
            </p:cNvPr>
            <p:cNvSpPr>
              <a:spLocks noChangeArrowheads="1"/>
            </p:cNvSpPr>
            <p:nvPr userDrawn="1"/>
          </p:nvSpPr>
          <p:spPr bwMode="black">
            <a:xfrm>
              <a:off x="5624516" y="-1210470"/>
              <a:ext cx="112999" cy="235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714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9095F252-4F35-EA4E-8FCD-C5B3BCF0C40F}"/>
              </a:ext>
            </a:extLst>
          </p:cNvPr>
          <p:cNvSpPr txBox="1">
            <a:spLocks/>
          </p:cNvSpPr>
          <p:nvPr userDrawn="1"/>
        </p:nvSpPr>
        <p:spPr>
          <a:xfrm>
            <a:off x="16298122" y="9532780"/>
            <a:ext cx="2091479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5F9AA5-BE22-4C36-8B95-5AA10E261444}" type="slidenum">
              <a:rPr lang="fr-FR" smtClean="0">
                <a:latin typeface="Source Sans Pro" panose="020B0503030403020204" pitchFamily="34" charset="0"/>
                <a:ea typeface="Source Sans Pro" panose="020B0503030403020204" pitchFamily="34" charset="0"/>
              </a:rPr>
              <a:pPr/>
              <a:t>‹N°›</a:t>
            </a:fld>
            <a:endParaRPr lang="fr-FR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6D4A8D-9713-D542-A3F3-942C5E265650}"/>
              </a:ext>
            </a:extLst>
          </p:cNvPr>
          <p:cNvCxnSpPr/>
          <p:nvPr userDrawn="1"/>
        </p:nvCxnSpPr>
        <p:spPr>
          <a:xfrm>
            <a:off x="581027" y="9418865"/>
            <a:ext cx="1780857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Placeholder 1">
            <a:extLst>
              <a:ext uri="{FF2B5EF4-FFF2-40B4-BE49-F238E27FC236}">
                <a16:creationId xmlns:a16="http://schemas.microsoft.com/office/drawing/2014/main" id="{5484662D-4B62-4F4F-A1F0-A6379C29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7" y="569241"/>
            <a:ext cx="17808574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549E0C0-152C-E548-BBD0-81798607B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537" y="2846201"/>
            <a:ext cx="17772064" cy="637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B15C741-8A5D-420F-BC4C-3F625624C38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9007138" cy="6218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287457C-8F79-4699-BC20-3C96DD308F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5" y="9748223"/>
            <a:ext cx="4052130" cy="82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04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27" r:id="rId3"/>
    <p:sldLayoutId id="2147483730" r:id="rId4"/>
  </p:sldLayoutIdLst>
  <p:hf hdr="0" ftr="0" dt="0"/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7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Courier New" panose="02070309020205020404" pitchFamily="49" charset="0"/>
        <a:buChar char="o"/>
        <a:defRPr sz="32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Police système Courant"/>
        <a:buChar char="–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Police système Courant"/>
        <a:buChar char="»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5987">
          <p15:clr>
            <a:srgbClr val="F26B43"/>
          </p15:clr>
        </p15:guide>
        <p15:guide id="2" pos="3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idx="4294967295"/>
          </p:nvPr>
        </p:nvSpPr>
        <p:spPr>
          <a:xfrm>
            <a:off x="1208636" y="3038363"/>
            <a:ext cx="15106566" cy="3545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6600" dirty="0"/>
              <a:t>Présentation de la </a:t>
            </a:r>
            <a:r>
              <a:rPr lang="fr-FR" sz="6600" dirty="0" err="1"/>
              <a:t>Saé</a:t>
            </a:r>
            <a:r>
              <a:rPr lang="fr-FR" sz="6600" dirty="0"/>
              <a:t> 1.5</a:t>
            </a:r>
          </a:p>
        </p:txBody>
      </p:sp>
    </p:spTree>
    <p:extLst>
      <p:ext uri="{BB962C8B-B14F-4D97-AF65-F5344CB8AC3E}">
        <p14:creationId xmlns:p14="http://schemas.microsoft.com/office/powerpoint/2010/main" val="65492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idx="4294967295"/>
          </p:nvPr>
        </p:nvSpPr>
        <p:spPr bwMode="black">
          <a:xfrm>
            <a:off x="464375" y="627895"/>
            <a:ext cx="15106566" cy="33322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fr-FR" sz="12000" dirty="0"/>
            </a:br>
            <a:endParaRPr lang="fr-FR" sz="12000" dirty="0"/>
          </a:p>
        </p:txBody>
      </p:sp>
      <p:sp>
        <p:nvSpPr>
          <p:cNvPr id="44" name="Espace réservé de la date 43">
            <a:extLst>
              <a:ext uri="{FF2B5EF4-FFF2-40B4-BE49-F238E27FC236}">
                <a16:creationId xmlns:a16="http://schemas.microsoft.com/office/drawing/2014/main" id="{C59ECBE2-7A17-48A9-A087-502D569A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928399" y="1099093"/>
            <a:ext cx="7041894" cy="461665"/>
          </a:xfrm>
          <a:prstGeom prst="rect">
            <a:avLst/>
          </a:prstGeo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Programme national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4294967295"/>
          </p:nvPr>
        </p:nvSpPr>
        <p:spPr bwMode="black">
          <a:xfrm>
            <a:off x="1166857" y="6025087"/>
            <a:ext cx="15086472" cy="587689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Bloc texte du sous-titre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51AE424-32D8-48A8-A00C-3F625333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723" y="1442899"/>
            <a:ext cx="9531660" cy="814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3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425A219-2AC6-4DEB-A2CE-092FF0582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59" y="434285"/>
            <a:ext cx="17536784" cy="1553324"/>
          </a:xfrm>
        </p:spPr>
        <p:txBody>
          <a:bodyPr/>
          <a:lstStyle/>
          <a:p>
            <a:r>
              <a:rPr lang="fr-FR" dirty="0">
                <a:latin typeface="+mn-lt"/>
              </a:rPr>
              <a:t>Planning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idx="4294967295"/>
          </p:nvPr>
        </p:nvSpPr>
        <p:spPr>
          <a:xfrm>
            <a:off x="1045194" y="1987609"/>
            <a:ext cx="15849159" cy="1790234"/>
          </a:xfrm>
        </p:spPr>
        <p:txBody>
          <a:bodyPr>
            <a:normAutofit/>
          </a:bodyPr>
          <a:lstStyle/>
          <a:p>
            <a:r>
              <a:rPr lang="fr-FR" dirty="0"/>
              <a:t>Planning : 3h en TP + 6h PTU</a:t>
            </a:r>
          </a:p>
          <a:p>
            <a:r>
              <a:rPr lang="fr-FR" dirty="0"/>
              <a:t>Note sur le projet ( attention au plagiat)</a:t>
            </a:r>
          </a:p>
          <a:p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94A65B-DD49-4B32-B2E8-5C5C6AC4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298" y="9007853"/>
            <a:ext cx="6414909" cy="34909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Annotation</a:t>
            </a:r>
          </a:p>
        </p:txBody>
      </p:sp>
    </p:spTree>
    <p:extLst>
      <p:ext uri="{BB962C8B-B14F-4D97-AF65-F5344CB8AC3E}">
        <p14:creationId xmlns:p14="http://schemas.microsoft.com/office/powerpoint/2010/main" val="254278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4D4F59-0F60-498D-BC6F-E69D24FE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2E21B4-6991-46C9-BFAC-775E9EB39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26" y="3063600"/>
            <a:ext cx="17570804" cy="436078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Travail demandé :</a:t>
            </a:r>
          </a:p>
          <a:p>
            <a:pPr lvl="1"/>
            <a:r>
              <a:rPr lang="fr-FR" b="1" dirty="0"/>
              <a:t>Lecture sur plan et CCTP</a:t>
            </a:r>
            <a:endParaRPr lang="fr-FR" dirty="0"/>
          </a:p>
          <a:p>
            <a:pPr lvl="1"/>
            <a:r>
              <a:rPr lang="fr-FR" b="1" dirty="0"/>
              <a:t>Alimentation eau potable </a:t>
            </a:r>
            <a:endParaRPr lang="fr-FR" dirty="0"/>
          </a:p>
          <a:p>
            <a:pPr lvl="1"/>
            <a:r>
              <a:rPr lang="fr-FR" b="1" dirty="0"/>
              <a:t>Ventilation Mécanique Contrôlée (VMC)</a:t>
            </a:r>
            <a:endParaRPr lang="fr-FR" dirty="0"/>
          </a:p>
          <a:p>
            <a:pPr lvl="1"/>
            <a:r>
              <a:rPr lang="fr-FR" b="1" dirty="0"/>
              <a:t>Schéma DAO.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Rendre un </a:t>
            </a:r>
            <a:r>
              <a:rPr lang="fr-FR" dirty="0" err="1"/>
              <a:t>pdf</a:t>
            </a:r>
            <a:r>
              <a:rPr lang="fr-FR" dirty="0"/>
              <a:t> +fichier Excel des calculs à la fin de la dernière séance ( aucun délai supplémentaire) sous </a:t>
            </a:r>
            <a:r>
              <a:rPr lang="fr-FR" dirty="0" err="1"/>
              <a:t>Madoc</a:t>
            </a:r>
            <a:endParaRPr lang="fr-FR" dirty="0"/>
          </a:p>
          <a:p>
            <a:r>
              <a:rPr lang="fr-FR" dirty="0"/>
              <a:t>Le plagiat sur des autres groupes sera très sévèrement sanctionné.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482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FBBF3ED-8355-4306-9593-DF2712DA778A}"/>
              </a:ext>
            </a:extLst>
          </p:cNvPr>
          <p:cNvSpPr txBox="1">
            <a:spLocks/>
          </p:cNvSpPr>
          <p:nvPr/>
        </p:nvSpPr>
        <p:spPr>
          <a:xfrm>
            <a:off x="815413" y="1843410"/>
            <a:ext cx="10177131" cy="4535488"/>
          </a:xfrm>
          <a:prstGeom prst="rect">
            <a:avLst/>
          </a:prstGeom>
        </p:spPr>
        <p:txBody>
          <a:bodyPr/>
          <a:lstStyle>
            <a:lvl1pPr marL="356387" indent="-356387" algn="l" defTabSz="1425550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1069162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Courier New" panose="02070309020205020404" pitchFamily="49" charset="0"/>
              <a:buChar char="o"/>
              <a:defRPr sz="32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781937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Police système Courant"/>
              <a:buChar char="–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2494712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Police système Courant"/>
              <a:buChar char="»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3207487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1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6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1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6" indent="-356387" algn="l" defTabSz="1425550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Petit collectif situé à Pornichet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06C1C3-F062-42FA-8C3E-D58CED88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657" y="3514940"/>
            <a:ext cx="9641045" cy="504737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7DDB5EB-F8D3-474A-8167-612ED22E37AA}"/>
              </a:ext>
            </a:extLst>
          </p:cNvPr>
          <p:cNvSpPr txBox="1"/>
          <p:nvPr/>
        </p:nvSpPr>
        <p:spPr>
          <a:xfrm>
            <a:off x="5046228" y="7727262"/>
            <a:ext cx="2820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Voierie avec les réseaux publics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BCC1E73-FC36-468E-AC5A-08762810FC00}"/>
              </a:ext>
            </a:extLst>
          </p:cNvPr>
          <p:cNvCxnSpPr/>
          <p:nvPr/>
        </p:nvCxnSpPr>
        <p:spPr bwMode="auto">
          <a:xfrm>
            <a:off x="7767552" y="8055592"/>
            <a:ext cx="1803162" cy="24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E21A0E2-D3B3-47DE-9F6C-65FEC55931BE}"/>
              </a:ext>
            </a:extLst>
          </p:cNvPr>
          <p:cNvCxnSpPr/>
          <p:nvPr/>
        </p:nvCxnSpPr>
        <p:spPr bwMode="auto">
          <a:xfrm flipH="1" flipV="1">
            <a:off x="8082408" y="6086767"/>
            <a:ext cx="398090" cy="73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35E4F6DD-15F9-477A-ACBB-185584BA4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8144" y="1373005"/>
            <a:ext cx="4577580" cy="343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12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90D4072-9A8B-455D-B65E-F8273C336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50" y="1596788"/>
            <a:ext cx="15367838" cy="656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33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BE5B5F-66FB-4494-B4F3-32980095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Documents sous </a:t>
            </a:r>
            <a:r>
              <a:rPr lang="fr-FR" dirty="0" err="1"/>
              <a:t>Madoc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E34746-60C7-4EAE-920F-183D80DAD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810" y="1495775"/>
            <a:ext cx="7709754" cy="771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9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1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Thème1</Template>
  <TotalTime>5907</TotalTime>
  <Words>104</Words>
  <Application>Microsoft Office PowerPoint</Application>
  <PresentationFormat>Personnalisé</PresentationFormat>
  <Paragraphs>24</Paragraphs>
  <Slides>8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Police système Courant</vt:lpstr>
      <vt:lpstr>Source Sans Pro</vt:lpstr>
      <vt:lpstr>Thème Office</vt:lpstr>
      <vt:lpstr>Présentation PowerPoint</vt:lpstr>
      <vt:lpstr>Présentation PowerPoint</vt:lpstr>
      <vt:lpstr>Planning</vt:lpstr>
      <vt:lpstr>Le projet</vt:lpstr>
      <vt:lpstr>Présentation PowerPoint</vt:lpstr>
      <vt:lpstr>Présentation PowerPoint</vt:lpstr>
      <vt:lpstr>Documents sous Madoc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CreativeCorpOmega</dc:creator>
  <cp:lastModifiedBy>Hubert Blachier</cp:lastModifiedBy>
  <cp:revision>77</cp:revision>
  <cp:lastPrinted>2021-12-06T09:58:29Z</cp:lastPrinted>
  <dcterms:created xsi:type="dcterms:W3CDTF">2019-11-20T14:44:30Z</dcterms:created>
  <dcterms:modified xsi:type="dcterms:W3CDTF">2022-11-23T08:19:53Z</dcterms:modified>
</cp:coreProperties>
</file>